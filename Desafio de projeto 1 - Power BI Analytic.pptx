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6983E-1B88-7D87-7389-9C362DDDE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EE29FC-D8F1-D4A4-895B-27DB7C671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69990-B677-5704-0D7E-3C1AC174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7BA194-0FDB-A23F-679C-87AC4175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6983F8-7992-BC6E-3132-44FA5DFF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98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BE6A3-167B-1AC3-F3E3-DFD3FEFC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36FAD-F848-1A65-8D07-8D08ABEC2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F4E2DF-6FB8-8760-F640-616D8102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69848E-4334-40CD-70DD-75FFD421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9668E7-E1E6-E623-6941-D13B3074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1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7D51F-DC23-577B-842D-6919F6AC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6E279F-BFEB-2F65-FFF4-CF957C534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A2A137-C241-3D1B-B43E-685F26F2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046C2-A1D2-E779-5170-58D9BCFF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15AF62-5C58-C2A3-A3FD-394E2E00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20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B36A4-830B-1ABF-FC77-B832D0E3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A3FE3-78F1-F536-6A67-77D70DC03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923672-1F60-4EE5-50CE-4852F0FC2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A6217E-5E38-5BCC-6338-BF2FEFD1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6AF1FD-35C9-A273-39E0-2A296327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2914F6-4E1D-7847-2E88-6BE739D9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79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B1632-CD8C-65DC-2944-73BA279B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DFCD64-936B-223B-9445-485B67ED2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02CA1C-299F-0E49-4755-6F591FF42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817722-02C1-5ACE-D69E-C12F58C80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E46C3B-11C0-0091-1471-3DC6F5B26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490F99F-CB43-21F1-8920-3C78E88B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0E25D9F-FE53-9192-D59B-CA9AEEE2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E659FA-79D0-02F1-9838-FC076EAD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38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80EB6-8D9C-0081-DFB2-66339A00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13820F-C50A-9DAC-4D75-8F0F988D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63BF27-1B6B-8948-C3AD-8597A4E0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969E51-2D44-CCA9-7649-C9696399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93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4F0361-6981-BF90-F6FD-AB463296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09C500-5FC4-BC70-CA45-030915B1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8D6C1F-E3B4-3BB8-B34A-D6340696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91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3D27E-8690-757F-D45A-F27895C8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D9C40-B85A-B530-E846-24F0BD454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977FFE-2851-38CE-6A1C-21FA20C05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826664-7342-5600-98D9-65D8F419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AA28E3-67B0-E7AB-E961-67FF17DC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51CC0C-BAB3-5B8A-CF23-3672A5E6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86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2BDF2-D7F1-7C1B-58CE-95358EC3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7BD846-31D3-FFAC-0BEB-EB772A077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A69F65-3E4D-D469-5CF7-1979B7A57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2095DF-108B-4951-2F81-F2617AA6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314FB6-7E48-EEA5-6609-A3E6EA1A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63CA5C-DD67-E1B7-26F9-B1BD50E5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45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4E26B-188C-B08F-47A9-DC1567FC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78A54D-F919-E985-59B8-85E0835B2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A54F1-75AC-9FA2-FE1E-51F60AC7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9BD3D-F0F9-8E52-3C86-975AD572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2B5452-3A79-6D56-E509-F48966B4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65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55CA11-8C43-AE42-4ECC-4AC83E2A7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E874C2-E647-CDFB-8B68-E8564C30B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7691C4-3ADB-4266-6F39-C111BAD3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C44D79-5F97-855E-C90D-A6BECB4E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AC00CF-F9D3-269B-EDDB-ABB734D7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27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90C4E3-0097-B767-5063-172EB1DBD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FCA3F7-B915-D1D7-580F-47CAC0643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BB83E-30F9-784A-1762-A4E84C3E4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22E3B-AE5E-4FBE-857C-9C86FEBEB3C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A246D9-C759-624E-B28F-09708326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01ADD-A88A-DE51-36EF-8ED23AAEB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156DF-CE1A-4259-A0C6-3A898767BA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56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FCCB5C-0039-0030-B3BA-F789A954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0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D4D14-99A1-F3E2-08AE-5A1ADCE6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672276F-BAA3-823F-BED2-1FE85D8E9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2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D3D65-F024-5F10-7A8B-1A015FEA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A5E359-8317-A706-E502-7E06A152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9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Marcelo Cordeiro dos Santos</dc:creator>
  <cp:lastModifiedBy>Lorenzo Marcelo Cordeiro dos Santos</cp:lastModifiedBy>
  <cp:revision>1</cp:revision>
  <dcterms:created xsi:type="dcterms:W3CDTF">2026-04-23T09:37:52Z</dcterms:created>
  <dcterms:modified xsi:type="dcterms:W3CDTF">2026-04-23T09:40:17Z</dcterms:modified>
</cp:coreProperties>
</file>